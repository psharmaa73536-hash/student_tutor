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6BE46"/>
                </a:solidFill>
              </a:defRPr>
            </a:pPr>
            <a:r>
              <a:t>STUDENT_TUTOR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>
                <a:solidFill>
                  <a:srgbClr val="F5F5F5"/>
                </a:solidFill>
              </a:defRPr>
            </a:pPr>
            <a:r>
              <a:t>AI-Assisted Student–Tutor Learning Platform</a:t>
            </a:r>
            <a:br/>
            <a:r>
              <a:t>Technology Used: IBM Bob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0A0"/>
                </a:solidFill>
              </a:defRPr>
            </a:pPr>
            <a:r>
              <a:t>Student_Tutor  |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6BE4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Students often struggle to find suitable tutors based on subject, learning needs, availability, and academic level. Tutors also face difficulties in reaching suitable students and managing sessions. Student_Tutor provides a centralized platform to connect students and tutors efficiently.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0A0"/>
                </a:solidFill>
              </a:defRPr>
            </a:pPr>
            <a:r>
              <a:t>Student_Tutor  |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6BE46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• Connect students with suitable tutors</a:t>
            </a:r>
            <a:br/>
            <a:r>
              <a:t>• Provide student and tutor registration and profiles</a:t>
            </a:r>
            <a:br/>
            <a:r>
              <a:t>• Enable tutor search based on academic requirements</a:t>
            </a:r>
            <a:br/>
            <a:r>
              <a:t>• Support class/session scheduling</a:t>
            </a:r>
            <a:br/>
            <a:r>
              <a:t>• Simplify communication and management</a:t>
            </a:r>
            <a:br/>
            <a:r>
              <a:t>• Provide an organized and user-friendly learning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0A0"/>
                </a:solidFill>
              </a:defRPr>
            </a:pPr>
            <a:r>
              <a:t>Student_Tutor  |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6BE46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• Student &amp; tutor registration/login</a:t>
            </a:r>
            <a:br/>
            <a:r>
              <a:t>• Profile management</a:t>
            </a:r>
            <a:br/>
            <a:r>
              <a:t>• Subject/course selection</a:t>
            </a:r>
            <a:br/>
            <a:r>
              <a:t>• Tutor search and selection</a:t>
            </a:r>
            <a:br/>
            <a:r>
              <a:t>• Session scheduling</a:t>
            </a:r>
            <a:br/>
            <a:r>
              <a:t>• Database operations</a:t>
            </a:r>
            <a:br/>
            <a:r>
              <a:t>• Form validation and error handling</a:t>
            </a:r>
            <a:br/>
            <a:r>
              <a:t>• Backend/API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0A0"/>
                </a:solidFill>
              </a:defRPr>
            </a:pPr>
            <a:r>
              <a:t>Student_Tutor  |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6BE46"/>
                </a:solidFill>
              </a:defRPr>
            </a:pPr>
            <a:r>
              <a:t>Technology Used – IBM Bob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IBM Bob was used as an AI-assisted development tool throughout the project.</a:t>
            </a:r>
            <a:br/>
            <a:br/>
            <a:r>
              <a:t>Key uses:</a:t>
            </a:r>
            <a:br/>
            <a:r>
              <a:t>• AI-assisted code generation</a:t>
            </a:r>
            <a:br/>
            <a:r>
              <a:t>• Debugging and error identification</a:t>
            </a:r>
            <a:br/>
            <a:r>
              <a:t>• Code improvement and optimization</a:t>
            </a:r>
            <a:br/>
            <a:r>
              <a:t>• Technical explanations and implementation guidance</a:t>
            </a:r>
            <a:br/>
            <a:r>
              <a:t>• Support for backend logic, APIs, forms, and database-related development</a:t>
            </a:r>
            <a:br/>
            <a:br/>
            <a:r>
              <a:t>Workflow: Requirements → Planning → AI-assisted development → Testing → Debugging →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0A0"/>
                </a:solidFill>
              </a:defRPr>
            </a:pPr>
            <a:r>
              <a:t>Student_Tutor  |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6BE46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Student_Tutor provides a structured way for students and tutors to connect and manage learning sessions. IBM Bob helped make development faster and more efficient through AI-assisted coding and debugging.</a:t>
            </a:r>
            <a:br/>
            <a:br/>
            <a:r>
              <a:t>Future Scope:</a:t>
            </a:r>
            <a:br/>
            <a:r>
              <a:t>• AI-based tutor recommendations</a:t>
            </a:r>
            <a:br/>
            <a:r>
              <a:t>• Online video classes</a:t>
            </a:r>
            <a:br/>
            <a:r>
              <a:t>• Ratings and reviews</a:t>
            </a:r>
            <a:br/>
            <a:r>
              <a:t>• Progress tracking</a:t>
            </a:r>
            <a:br/>
            <a:r>
              <a:t>• Notifications and reminders</a:t>
            </a:r>
            <a:br/>
            <a:r>
              <a:t>• Personalized learning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0A0"/>
                </a:solidFill>
              </a:defRPr>
            </a:pPr>
            <a:r>
              <a:t>Student_Tutor  |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